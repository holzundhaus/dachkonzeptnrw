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konzeptnrw.wordpress.com/2026/10/30/dach-wartung-reparatur-oder-sanierung-erkennen/" TargetMode="External"/><Relationship Id="rId3" Type="http://schemas.openxmlformats.org/officeDocument/2006/relationships/hyperlink" Target="https://holzundhaus.github.io/dachkonzeptnrw/dateien/minimax-86e40c4a4a143835aeaaa18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Befund zum Auftrag: Woran Sie Wartung, Reparatur oder Sanierung unterscheiden · Erklärende Präsentation</a:t>
            </a:r>
          </a:p>
        </p:txBody>
      </p:sp>
      <p:sp>
        <p:nvSpPr>
          <p:cNvPr id="3" name="Content Placeholder 2"/>
          <p:cNvSpPr>
            <a:spLocks noGrp="1"/>
          </p:cNvSpPr>
          <p:nvPr>
            <p:ph idx="1"/>
          </p:nvPr>
        </p:nvSpPr>
        <p:spPr/>
        <p:txBody>
          <a:bodyPr/>
          <a:lstStyle/>
          <a:p>
            <a:r>
              <a:t>Überblick: Eine Satellitenanlage kann das Dachbild verändern und gehört deshalb zu den Angaben, die vor einer Dachinspektion oder einem Dachauftrag erfasst werden sollten. Sie ist jedoch nicht automatisch ein Dachschaden. Entscheidend ist, ob Befestigung, Kabelführung, Anschlüsse oder die Abdichtung betroffen sind. Der folgende Leitfaden ordnet einzelne Beobachtungen rund um eine Satellitenanlage den Aufgabenbereichen Wartung, Reparatur und Sanierung zu und zeigt, welche Informationen bei der ersten Anfrage helfen. Die Einschätzung ersetzt keine Prüfung vor 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Sie für die Anfrage dokumentieren sollten</a:t>
            </a:r>
          </a:p>
        </p:txBody>
      </p:sp>
      <p:sp>
        <p:nvSpPr>
          <p:cNvPr id="3" name="Content Placeholder 2"/>
          <p:cNvSpPr>
            <a:spLocks noGrp="1"/>
          </p:cNvSpPr>
          <p:nvPr>
            <p:ph idx="1"/>
          </p:nvPr>
        </p:nvSpPr>
        <p:spPr/>
        <p:txBody>
          <a:bodyPr/>
          <a:lstStyle/>
          <a:p>
            <a:pPr>
              <a:defRPr sz="1800"/>
            </a:pPr>
            <a:r>
              <a:t>Für die erste Anfrage sind konkrete Angaben hilfreich: die Position der Satellitenanlage, Dachart, Material und Neigung, der genaue Ort der Beobachtung, der Zeitpunkt sowie der Zusammenhang mit Regen oder Wind. Ergänzt werden können frühere Reparaturen, bekannte Schwachstellen, das grobe Baujahr und Informationen zum Zugang zum Dach. Auch bestehende Anlagen wie eine Solaranlage müssen nicht vergessen werden, weil sie die Zugänglichkeit und den Ablauf von Arbeiten beeinflussen können. Fotos von der Anlage und der Umgebung ersetzen keine Vor-Ort-Prüfung. Weitere Orientierung bietet die Übersicht zu Wartung, Reparatur oder Sanierung; für die Abs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Sie für die Anfrage dokumentieren sollten</a:t>
            </a:r>
          </a:p>
        </p:txBody>
      </p:sp>
      <p:sp>
        <p:nvSpPr>
          <p:cNvPr id="3" name="Content Placeholder 2"/>
          <p:cNvSpPr>
            <a:spLocks noGrp="1"/>
          </p:cNvSpPr>
          <p:nvPr>
            <p:ph idx="1"/>
          </p:nvPr>
        </p:nvSpPr>
        <p:spPr/>
        <p:txBody>
          <a:bodyPr/>
          <a:lstStyle/>
          <a:p>
            <a:pPr>
              <a:defRPr sz="1800"/>
            </a:pPr>
            <a:r>
              <a:t>timmung eines konkreten Dachanliegens ist das passende Dachkonzept NRW der nächste sinnvolle Kontaktpunkt.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Vom Befund zum Auftrag: Woran Sie Wartung, Reparatur oder Sanierung unterscheiden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